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0A9EA-6D60-75D7-9274-76F02B984E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C093E0-DBD5-A307-08F3-8CCDD25BED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38E0B-F225-F30A-782D-40802EFDF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8B7FD-EEDE-4253-97AD-98A805BD51B8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A959B-23E8-CB69-AD4E-042FD27CE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08ED9-0E10-436B-2169-C84E32B00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27C67-296F-49D5-81C0-7DCF25750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463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9B23B-1B8B-93BC-2E68-AF03B4592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72432-51C7-EDB8-2B4B-9BAEF2CDCF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35912F-7660-DAE8-59DC-134173FDD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8B7FD-EEDE-4253-97AD-98A805BD51B8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8016A1-6250-E34A-08A5-6D877B91F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048947-E390-3F5D-E154-0063F3D4D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27C67-296F-49D5-81C0-7DCF25750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729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869F7-3C83-BD0D-980C-BD5616155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04AAE6-94C4-97D7-6580-632DB0CC4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ADC618-00BB-20E8-4556-D11D10B54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8B7FD-EEDE-4253-97AD-98A805BD51B8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35568-55EA-5F19-2CCA-17754D356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547500-77BD-D902-EC1F-D32B7BEEB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27C67-296F-49D5-81C0-7DCF25750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812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E72E6-EA9A-BA88-2986-EE2A9EECC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A943A-1B92-3C1F-C19D-1D548F68E1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53FFAA-0033-DEE6-15A1-55C167C5B0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1348F2-8EF9-5118-5344-FBF1B657C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8B7FD-EEDE-4253-97AD-98A805BD51B8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922038-588B-38FE-C3AB-D47501B94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9630C2-8B4F-DACA-735D-4581F5C53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27C67-296F-49D5-81C0-7DCF25750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448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D29A3-A364-C2F5-4FC8-CE3647D2D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CF0F80-26FD-C1A8-6939-6820785C8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B5FC12-67A7-E3FE-BEC2-E67BFC1F87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22936D-AB71-F34A-B875-75C976A825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2EA92F-80B5-5C36-73C4-F9E092F376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854DC1-AC7C-2927-38CA-95288409E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8B7FD-EEDE-4253-97AD-98A805BD51B8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A8B3E5-7E2D-B8F9-7CC9-AD15D8A5A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2E91B5-35A7-834F-42C9-B900B124F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27C67-296F-49D5-81C0-7DCF25750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652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CF9A8-E8A3-C0BF-2633-454E50FCC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44F0CD-D945-53CE-27C7-369650996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8B7FD-EEDE-4253-97AD-98A805BD51B8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D94834-5B59-394B-B033-2D746DE15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F99FE0-841D-2B11-30AC-299F1633F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27C67-296F-49D5-81C0-7DCF25750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418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215D78-FDE0-9E33-BDF2-89D327903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8B7FD-EEDE-4253-97AD-98A805BD51B8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8FB841-2033-8371-C5A1-0CAA49F0C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AC0738-E6CF-0ECD-1E28-B567CD543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27C67-296F-49D5-81C0-7DCF25750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160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F4AE2-54B9-F92A-A6B3-A1E74DE41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C6167-6DE8-8B37-ABD9-B4030A02E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BC0A59-4625-D333-3103-57EF5370B8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1A2808-B999-9A94-C649-4BE652DC3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8B7FD-EEDE-4253-97AD-98A805BD51B8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045C7C-CDFB-4EB3-D6EA-22BDD4D4D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5E78C4-FDED-0102-0528-260168D0F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27C67-296F-49D5-81C0-7DCF25750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872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D2979-27E8-A170-D21B-41C761896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35493E-DB6E-D379-71EF-C26D6EEEAB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820E37-2A4E-AC6E-0254-3159EC62C9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5ADF16-2D24-C028-F6DD-A32E1DDB9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8B7FD-EEDE-4253-97AD-98A805BD51B8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68DB8C-BC77-502C-4E49-C136D9387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973A06-3740-288C-A535-5FE1FE701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27C67-296F-49D5-81C0-7DCF25750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262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5B32D-994B-0895-892A-F8323B8C0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1193A4-76B0-F66A-2644-C7F0CBFF49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1AC432-F7D9-3CFA-5E26-8653CA578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8B7FD-EEDE-4253-97AD-98A805BD51B8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880095-4253-2939-9A12-9DF3A5504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1955A1-3264-BD23-D59E-A0850CDD1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27C67-296F-49D5-81C0-7DCF25750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218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4F537A-D90C-47DE-090B-103F047EC9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6D5331-515A-B35D-7F51-493DB19B0C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FB1E8-8B39-652D-96BB-FED1693A4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8B7FD-EEDE-4253-97AD-98A805BD51B8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10C81F-AB5A-3D56-90C3-613BD2B71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967EAF-B211-A078-604B-D955263A1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27C67-296F-49D5-81C0-7DCF25750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88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53ECC2-86A7-E17E-12B0-D7E7CB73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A40316-AC37-258F-0716-B21640C705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38E730-DD89-4894-99D0-606FF4E83F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38B7FD-EEDE-4253-97AD-98A805BD51B8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AB93AA-EB0C-6B74-2D48-DACA90F76F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B953C6-0187-CB19-318E-0A0117EAE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D27C67-296F-49D5-81C0-7DCF25750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739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quora.com/How-do-I-succeed-in-a-soap-business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99C51-85C5-33EE-AA23-39C7D2C26C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400" b="1" dirty="0"/>
              <a:t>compressed profit margins driven by high raw material costs and intense market competition</a:t>
            </a:r>
            <a:br>
              <a:rPr lang="en-US" sz="4400" dirty="0"/>
            </a:br>
            <a:r>
              <a:rPr lang="en-US" sz="4400" dirty="0"/>
              <a:t>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5CE3A4-99A3-E72A-2DBF-C2DDE091B9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Cold-process soaps must cure for 4 to 6 weeks before they can be sold, tying up valuable cash in stagnant physical inventory that cannot be liquidated quickly.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8000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EB5FA-81EC-DCA0-1A99-A77D17D98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the Hot-Process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92C4C-061B-F309-2118-B8BFE7FAD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Instead of cold-process, use heat (like a crockpot or commercial cooker) to accelerate saponification. Hot-process soap can be cut and sold within a few days rather than weeks, immediately freeing up cash flow.</a:t>
            </a:r>
          </a:p>
          <a:p>
            <a:r>
              <a:rPr lang="en-US" dirty="0"/>
              <a:t>[</a:t>
            </a:r>
            <a:r>
              <a:rPr lang="en-US" dirty="0">
                <a:hlinkClick r:id="rId2"/>
              </a:rPr>
              <a:t>1</a:t>
            </a:r>
            <a:r>
              <a:rPr lang="en-US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219252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2F3B0-98D3-8BFC-3FDD-FCA2C2B6E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56873-8E9C-0A45-3313-AB7666E1E9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The primary target market for an artisan handmade soap business consists of eco-conscious consumers, wellness and skincare enthusiasts, and gift shoppers aged 25 to 50 with mid-to-high disposable income.</a:t>
            </a:r>
          </a:p>
        </p:txBody>
      </p:sp>
    </p:spTree>
    <p:extLst>
      <p:ext uri="{BB962C8B-B14F-4D97-AF65-F5344CB8AC3E}">
        <p14:creationId xmlns:p14="http://schemas.microsoft.com/office/powerpoint/2010/main" val="3793625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DD53B-5E10-0F97-7000-F37BE3450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C22BA-7E5D-74E9-620F-598F59CC47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Despite a $56 million camp economy, our targeted niche represents a </a:t>
            </a:r>
            <a:r>
              <a:rPr lang="en-US" sz="4000" b="1" dirty="0"/>
              <a:t>tiny fraction</a:t>
            </a:r>
            <a:r>
              <a:rPr lang="en-US" sz="4000" dirty="0"/>
              <a:t> of the market because the vast majority of Kakuma’s 240,000 residents [1] can only afford basic, low-cost utility soaps.</a:t>
            </a:r>
          </a:p>
          <a:p>
            <a:pPr marL="0" indent="0">
              <a:buNone/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677647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E6606-37CD-C987-EB15-26AF4D135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26782-7262-0557-B5B1-547C1AF86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Our main competitors are </a:t>
            </a:r>
            <a:r>
              <a:rPr lang="en-US" sz="4000" b="1" dirty="0"/>
              <a:t>the thousands of local general stores ("</a:t>
            </a:r>
            <a:r>
              <a:rPr lang="en-US" sz="4000" b="1" dirty="0" err="1"/>
              <a:t>dukas</a:t>
            </a:r>
            <a:r>
              <a:rPr lang="en-US" sz="4000" b="1" dirty="0"/>
              <a:t>")</a:t>
            </a:r>
            <a:r>
              <a:rPr lang="en-US" sz="4000" dirty="0"/>
              <a:t> [1] that sell cheap, mass-produced laundry and multi-purpose bar soaps [1] like </a:t>
            </a:r>
            <a:r>
              <a:rPr lang="en-US" sz="4000" i="1" dirty="0"/>
              <a:t>Geisha</a:t>
            </a:r>
            <a:r>
              <a:rPr lang="en-US" sz="4000" dirty="0"/>
              <a:t> or </a:t>
            </a:r>
            <a:r>
              <a:rPr lang="en-US" sz="4000" i="1" dirty="0"/>
              <a:t>Jamaa</a:t>
            </a:r>
            <a:r>
              <a:rPr lang="en-US" sz="4000" dirty="0"/>
              <a:t>, alongside </a:t>
            </a:r>
            <a:r>
              <a:rPr lang="en-US" sz="4000" b="1" dirty="0"/>
              <a:t>a few small-scale refugee entrepreneurs</a:t>
            </a:r>
            <a:r>
              <a:rPr lang="en-US" sz="4000" dirty="0"/>
              <a:t> [1] who produce low-cost liquid soap in bulk [1] for the community and local NGOs.</a:t>
            </a:r>
          </a:p>
          <a:p>
            <a:pPr marL="0" indent="0">
              <a:buNone/>
            </a:pPr>
            <a:br>
              <a:rPr lang="en-US" sz="4000" dirty="0"/>
            </a:br>
            <a:endParaRPr lang="en-US" sz="4000" dirty="0"/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249379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47967-488D-9AEF-4FE2-11D197DB6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DE3A1-E4D6-4727-79DD-1AE482C177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Our competitive advantage lies in producing long-lasting, skin-friendly natural soaps locally, allowing us to bypass expensive external shipping costs and underprice imported commercial brands.</a:t>
            </a:r>
          </a:p>
        </p:txBody>
      </p:sp>
    </p:spTree>
    <p:extLst>
      <p:ext uri="{BB962C8B-B14F-4D97-AF65-F5344CB8AC3E}">
        <p14:creationId xmlns:p14="http://schemas.microsoft.com/office/powerpoint/2010/main" val="2741545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FE0C2-0884-E767-C95A-426309EAC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16C5C-D72F-12BD-B1FF-EC2B460633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We have successfully </a:t>
            </a:r>
            <a:r>
              <a:rPr lang="en-US" sz="4000" b="1" dirty="0"/>
              <a:t>piloted our soap with 100 camp households</a:t>
            </a:r>
            <a:r>
              <a:rPr lang="en-US" sz="4000" dirty="0"/>
              <a:t>, and our roadmap scales this from </a:t>
            </a:r>
            <a:r>
              <a:rPr lang="en-US" sz="4000" b="1" dirty="0"/>
              <a:t>local shop distribution to large-scale NGO hygiene contracts</a:t>
            </a:r>
            <a:r>
              <a:rPr lang="en-US" sz="4000" dirty="0"/>
              <a:t> within the next 12 months.</a:t>
            </a:r>
          </a:p>
          <a:p>
            <a:pPr marL="0" indent="0">
              <a:buNone/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379121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279</Words>
  <Application>Microsoft Office PowerPoint</Application>
  <PresentationFormat>Widescreen</PresentationFormat>
  <Paragraphs>11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compressed profit margins driven by high raw material costs and intense market competition .</vt:lpstr>
      <vt:lpstr>Use the Hot-Process Method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Justin Kashindi</dc:creator>
  <cp:lastModifiedBy>Justin Kashindi</cp:lastModifiedBy>
  <cp:revision>1</cp:revision>
  <dcterms:created xsi:type="dcterms:W3CDTF">2026-10-02T12:47:22Z</dcterms:created>
  <dcterms:modified xsi:type="dcterms:W3CDTF">2026-10-02T13:03:33Z</dcterms:modified>
</cp:coreProperties>
</file>